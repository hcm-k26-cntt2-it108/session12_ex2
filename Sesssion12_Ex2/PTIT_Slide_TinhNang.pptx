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Lớp học ảo giúp học viên đi từ đăng ký đến chứng chỉ trong 5 bước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1920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khóa học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496312" y="3200400"/>
            <a:ext cx="310896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34640" y="24688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468880"/>
            <a:ext cx="1920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Vào lớp học ảo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782312" y="3200400"/>
            <a:ext cx="310896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20640" y="24688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0" y="2468880"/>
            <a:ext cx="1920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và tương tác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068312" y="3200400"/>
            <a:ext cx="310896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06640" y="24688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2468880"/>
            <a:ext cx="1920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bài tập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354312" y="3200400"/>
            <a:ext cx="310896" cy="0"/>
          </a:xfrm>
          <a:prstGeom prst="line">
            <a:avLst/>
          </a:prstGeom>
          <a:noFill/>
          <a:ln w="381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92640" y="2468880"/>
            <a:ext cx="1920240" cy="1463040"/>
          </a:xfrm>
          <a:prstGeom prst="roundRect">
            <a:avLst>
              <a:gd name="adj" fmla="val 9375"/>
            </a:avLst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0" y="2468880"/>
            <a:ext cx="19202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chứng chỉ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điểm danh tự động, học viên xem lại bài giảng bất cứ lúc nào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2026-10-26T23:20:59Z</dcterms:created>
  <dcterms:modified xsi:type="dcterms:W3CDTF">2026-10-26T23:20:59Z</dcterms:modified>
</cp:coreProperties>
</file>